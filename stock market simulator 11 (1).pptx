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63" r:id="rId2"/>
    <p:sldId id="264" r:id="rId3"/>
    <p:sldId id="260" r:id="rId4"/>
    <p:sldId id="268" r:id="rId5"/>
    <p:sldId id="267" r:id="rId6"/>
    <p:sldId id="269" r:id="rId7"/>
    <p:sldId id="270" r:id="rId8"/>
    <p:sldId id="261" r:id="rId9"/>
    <p:sldId id="262" r:id="rId10"/>
    <p:sldId id="266" r:id="rId11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3A15E-FDDD-4EC6-99C4-9F7BA9A8B5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F7D1F-18D0-4914-90A7-356B10FCE6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1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9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7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ctrTitle"/>
          </p:nvPr>
        </p:nvSpPr>
        <p:spPr>
          <a:xfrm>
            <a:off x="2201593" y="1478280"/>
            <a:ext cx="6172200" cy="1894362"/>
          </a:xfrm>
        </p:spPr>
        <p:txBody>
          <a:bodyPr>
            <a:noAutofit/>
          </a:bodyPr>
          <a:lstStyle/>
          <a:p>
            <a:r>
              <a:rPr lang="en-US" sz="6000" dirty="0">
                <a:latin typeface="Algerian" pitchFamily="82" charset="0"/>
              </a:rPr>
              <a:t>Stock market  </a:t>
            </a:r>
            <a:br>
              <a:rPr lang="en-US" sz="6000" dirty="0">
                <a:latin typeface="Algerian" pitchFamily="82" charset="0"/>
              </a:rPr>
            </a:br>
            <a:r>
              <a:rPr lang="en-US" sz="6000" dirty="0">
                <a:latin typeface="Algerian" pitchFamily="82" charset="0"/>
              </a:rPr>
              <a:t> simulator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2278966" y="3868615"/>
            <a:ext cx="6179234" cy="2506307"/>
          </a:xfrm>
        </p:spPr>
        <p:txBody>
          <a:bodyPr>
            <a:normAutofit/>
          </a:bodyPr>
          <a:lstStyle/>
          <a:p>
            <a:r>
              <a:rPr lang="en-US" dirty="0"/>
              <a:t>  </a:t>
            </a:r>
            <a:r>
              <a:rPr lang="en-US" dirty="0" err="1"/>
              <a:t>Kakara</a:t>
            </a:r>
            <a:r>
              <a:rPr lang="en-US" dirty="0"/>
              <a:t> Shawn </a:t>
            </a:r>
            <a:r>
              <a:rPr lang="en-US" dirty="0" err="1"/>
              <a:t>Bhushan</a:t>
            </a:r>
            <a:r>
              <a:rPr lang="en-US" dirty="0"/>
              <a:t>(Team Leader)25A3105AI</a:t>
            </a:r>
          </a:p>
          <a:p>
            <a:r>
              <a:rPr lang="en-US" dirty="0"/>
              <a:t>  Matte </a:t>
            </a:r>
            <a:r>
              <a:rPr lang="en-US" dirty="0" err="1"/>
              <a:t>Durga</a:t>
            </a:r>
            <a:r>
              <a:rPr lang="en-US" dirty="0"/>
              <a:t> Prasad-25A31A05AN</a:t>
            </a:r>
          </a:p>
          <a:p>
            <a:r>
              <a:rPr lang="en-US" dirty="0"/>
              <a:t>  </a:t>
            </a:r>
            <a:r>
              <a:rPr lang="en-US" dirty="0" err="1"/>
              <a:t>Lanke</a:t>
            </a:r>
            <a:r>
              <a:rPr lang="en-US" dirty="0"/>
              <a:t> </a:t>
            </a:r>
            <a:r>
              <a:rPr lang="en-US" dirty="0" err="1"/>
              <a:t>Udaya</a:t>
            </a:r>
            <a:r>
              <a:rPr lang="en-US" dirty="0"/>
              <a:t> Lakshmi-25A31A0581</a:t>
            </a:r>
          </a:p>
          <a:p>
            <a:r>
              <a:rPr lang="en-US" dirty="0"/>
              <a:t>  </a:t>
            </a:r>
            <a:r>
              <a:rPr lang="en-US" dirty="0" err="1"/>
              <a:t>Malladi</a:t>
            </a:r>
            <a:r>
              <a:rPr lang="en-US" dirty="0"/>
              <a:t> Tejaswini-25A31A0582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2">
              <a:buNone/>
            </a:pPr>
            <a:endParaRPr lang="en-US" sz="2800" dirty="0"/>
          </a:p>
          <a:p>
            <a:r>
              <a:rPr lang="en-US" dirty="0"/>
              <a:t>Based on Random Walk Theory</a:t>
            </a:r>
          </a:p>
          <a:p>
            <a:r>
              <a:rPr lang="en-US" dirty="0"/>
              <a:t> Implemented using C++</a:t>
            </a:r>
          </a:p>
          <a:p>
            <a:r>
              <a:rPr lang="en-US" dirty="0"/>
              <a:t>Simulates stock price movements </a:t>
            </a:r>
          </a:p>
          <a:p>
            <a:r>
              <a:rPr lang="en-US" dirty="0"/>
              <a:t>Models stock market behavior</a:t>
            </a:r>
          </a:p>
          <a:p>
            <a:r>
              <a:rPr lang="en-US" dirty="0"/>
              <a:t> Uses random numbers to change price</a:t>
            </a:r>
          </a:p>
          <a:p>
            <a:r>
              <a:rPr lang="en-US" dirty="0"/>
              <a:t> Helps understand volatility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 Input stock price</a:t>
            </a:r>
          </a:p>
          <a:p>
            <a:r>
              <a:t> Generate random numbers</a:t>
            </a:r>
          </a:p>
          <a:p>
            <a:r>
              <a:t> Calculate new pric</a:t>
            </a:r>
            <a:r>
              <a:rPr lang="en-US" dirty="0"/>
              <a:t>e</a:t>
            </a:r>
          </a:p>
          <a:p>
            <a:r>
              <a:t> Store and display 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B8E1-1224-100E-637C-B739D14D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01A8-6E1B-F288-2BC8-18CC9588A0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Start</a:t>
            </a:r>
          </a:p>
          <a:p>
            <a:r>
              <a:rPr lang="en-IN" dirty="0"/>
              <a:t>Input: Initial Price (P), Steps (N), Volatility (V)</a:t>
            </a:r>
          </a:p>
          <a:p>
            <a:r>
              <a:rPr lang="en-IN" dirty="0"/>
              <a:t>Initialize current price = P and store in list</a:t>
            </a:r>
          </a:p>
          <a:p>
            <a:r>
              <a:rPr lang="en-IN" dirty="0"/>
              <a:t>Generate random changes between −V and +V</a:t>
            </a:r>
          </a:p>
          <a:p>
            <a:r>
              <a:rPr lang="en-IN" dirty="0"/>
              <a:t>Repeat for N steps:</a:t>
            </a:r>
          </a:p>
          <a:p>
            <a:r>
              <a:rPr lang="en-IN" dirty="0"/>
              <a:t>Generate random change (</a:t>
            </a:r>
            <a:r>
              <a:rPr lang="el-GR" dirty="0"/>
              <a:t>Δ)</a:t>
            </a:r>
          </a:p>
          <a:p>
            <a:r>
              <a:rPr lang="en-IN" dirty="0"/>
              <a:t>Update price: Current Price = Current Price + </a:t>
            </a:r>
            <a:r>
              <a:rPr lang="el-GR" dirty="0"/>
              <a:t>Δ</a:t>
            </a:r>
          </a:p>
          <a:p>
            <a:r>
              <a:rPr lang="en-IN" dirty="0"/>
              <a:t>If price &lt; 0, set price = 0</a:t>
            </a:r>
          </a:p>
          <a:p>
            <a:r>
              <a:rPr lang="en-IN" dirty="0"/>
              <a:t>Store updated price</a:t>
            </a:r>
          </a:p>
          <a:p>
            <a:r>
              <a:rPr lang="en-IN" dirty="0"/>
              <a:t>Display results:</a:t>
            </a:r>
          </a:p>
          <a:p>
            <a:r>
              <a:rPr lang="en-IN" dirty="0"/>
              <a:t>Simulated stock prices</a:t>
            </a:r>
          </a:p>
          <a:p>
            <a:r>
              <a:rPr lang="en-IN" dirty="0"/>
              <a:t>Final, Maximum, and Minimum price</a:t>
            </a:r>
          </a:p>
          <a:p>
            <a:r>
              <a:rPr lang="en-IN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20903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User Input </a:t>
            </a:r>
          </a:p>
          <a:p>
            <a:pPr>
              <a:buNone/>
            </a:pPr>
            <a:r>
              <a:rPr lang="en-US" dirty="0"/>
              <a:t>   ↓</a:t>
            </a:r>
          </a:p>
          <a:p>
            <a:pPr>
              <a:buNone/>
            </a:pPr>
            <a:r>
              <a:rPr lang="en-US" dirty="0"/>
              <a:t>Input Module</a:t>
            </a:r>
          </a:p>
          <a:p>
            <a:pPr>
              <a:buNone/>
            </a:pPr>
            <a:r>
              <a:rPr lang="en-US" dirty="0"/>
              <a:t>   ↓</a:t>
            </a:r>
          </a:p>
          <a:p>
            <a:pPr>
              <a:buNone/>
            </a:pPr>
            <a:r>
              <a:rPr lang="en-US" dirty="0"/>
              <a:t>Processing Module (Functions + Switch Case)</a:t>
            </a:r>
          </a:p>
          <a:p>
            <a:pPr>
              <a:buNone/>
            </a:pPr>
            <a:r>
              <a:rPr lang="en-US" dirty="0"/>
              <a:t>   ↓</a:t>
            </a:r>
          </a:p>
          <a:p>
            <a:pPr>
              <a:buNone/>
            </a:pPr>
            <a:r>
              <a:rPr lang="en-US" dirty="0"/>
              <a:t>Error Handling (if any)</a:t>
            </a:r>
          </a:p>
          <a:p>
            <a:pPr>
              <a:buNone/>
            </a:pPr>
            <a:r>
              <a:rPr lang="en-US" dirty="0"/>
              <a:t>   ↓</a:t>
            </a:r>
          </a:p>
          <a:p>
            <a:pPr>
              <a:buNone/>
            </a:pPr>
            <a:r>
              <a:rPr lang="en-US" dirty="0"/>
              <a:t>Output Module</a:t>
            </a:r>
          </a:p>
          <a:p>
            <a:pPr>
              <a:buNone/>
            </a:pPr>
            <a:r>
              <a:rPr lang="en-US" dirty="0"/>
              <a:t>   ↓</a:t>
            </a:r>
          </a:p>
          <a:p>
            <a:pPr>
              <a:buNone/>
            </a:pPr>
            <a:r>
              <a:rPr lang="en-US" dirty="0"/>
              <a:t>Repeat / Exit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1CED-D527-59C3-B8DC-6F2BC5C1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56614-AF13-20C0-BEC4-AABDAA13E9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164394"/>
          </a:xfrm>
        </p:spPr>
        <p:txBody>
          <a:bodyPr>
            <a:normAutofit fontScale="40000" lnSpcReduction="20000"/>
          </a:bodyPr>
          <a:lstStyle/>
          <a:p>
            <a:r>
              <a:rPr lang="en-IN" dirty="0"/>
              <a:t>// Input</a:t>
            </a:r>
          </a:p>
          <a:p>
            <a:r>
              <a:rPr lang="en-IN" dirty="0"/>
              <a:t>read </a:t>
            </a:r>
            <a:r>
              <a:rPr lang="en-IN" dirty="0" err="1"/>
              <a:t>initialPrice</a:t>
            </a:r>
            <a:r>
              <a:rPr lang="en-IN" dirty="0"/>
              <a:t>, steps, volatility</a:t>
            </a:r>
          </a:p>
          <a:p>
            <a:endParaRPr lang="en-IN" dirty="0"/>
          </a:p>
          <a:p>
            <a:r>
              <a:rPr lang="en-IN" dirty="0"/>
              <a:t>// Initialize</a:t>
            </a:r>
          </a:p>
          <a:p>
            <a:r>
              <a:rPr lang="en-IN" dirty="0" err="1"/>
              <a:t>currentPrice</a:t>
            </a:r>
            <a:r>
              <a:rPr lang="en-IN" dirty="0"/>
              <a:t> = </a:t>
            </a:r>
            <a:r>
              <a:rPr lang="en-IN" dirty="0" err="1"/>
              <a:t>initialPrice</a:t>
            </a:r>
            <a:endParaRPr lang="en-IN" dirty="0"/>
          </a:p>
          <a:p>
            <a:r>
              <a:rPr lang="en-IN" dirty="0" err="1"/>
              <a:t>minPrice</a:t>
            </a:r>
            <a:r>
              <a:rPr lang="en-IN" dirty="0"/>
              <a:t> = </a:t>
            </a:r>
            <a:r>
              <a:rPr lang="en-IN" dirty="0" err="1"/>
              <a:t>initialPrice</a:t>
            </a:r>
            <a:endParaRPr lang="en-IN" dirty="0"/>
          </a:p>
          <a:p>
            <a:r>
              <a:rPr lang="en-IN" dirty="0" err="1"/>
              <a:t>maxPrice</a:t>
            </a:r>
            <a:r>
              <a:rPr lang="en-IN" dirty="0"/>
              <a:t> = </a:t>
            </a:r>
            <a:r>
              <a:rPr lang="en-IN" dirty="0" err="1"/>
              <a:t>initialPrice</a:t>
            </a:r>
            <a:endParaRPr lang="en-IN" dirty="0"/>
          </a:p>
          <a:p>
            <a:endParaRPr lang="en-IN" dirty="0"/>
          </a:p>
          <a:p>
            <a:r>
              <a:rPr lang="en-IN" dirty="0"/>
              <a:t>print </a:t>
            </a:r>
            <a:r>
              <a:rPr lang="en-IN" dirty="0" err="1"/>
              <a:t>currentPrice</a:t>
            </a:r>
            <a:r>
              <a:rPr lang="en-IN" dirty="0"/>
              <a:t> // Initial price output</a:t>
            </a:r>
          </a:p>
          <a:p>
            <a:endParaRPr lang="en-IN" dirty="0"/>
          </a:p>
          <a:p>
            <a:r>
              <a:rPr lang="en-IN" dirty="0"/>
              <a:t>// Simulation &amp; Calculation</a:t>
            </a:r>
          </a:p>
          <a:p>
            <a:r>
              <a:rPr lang="en-IN" dirty="0"/>
              <a:t>for each step from 1 to steps:</a:t>
            </a:r>
          </a:p>
          <a:p>
            <a:r>
              <a:rPr lang="en-IN" dirty="0"/>
              <a:t>    change = random value between [-volatility, +volatility]</a:t>
            </a:r>
          </a:p>
          <a:p>
            <a:r>
              <a:rPr lang="en-IN" dirty="0"/>
              <a:t>    </a:t>
            </a:r>
            <a:r>
              <a:rPr lang="en-IN" dirty="0" err="1"/>
              <a:t>currentPrice</a:t>
            </a:r>
            <a:r>
              <a:rPr lang="en-IN" dirty="0"/>
              <a:t> = max(0, </a:t>
            </a:r>
            <a:r>
              <a:rPr lang="en-IN" dirty="0" err="1"/>
              <a:t>currentPrice</a:t>
            </a:r>
            <a:r>
              <a:rPr lang="en-IN" dirty="0"/>
              <a:t> + change) // Inline floor at 0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// Update bounds</a:t>
            </a:r>
          </a:p>
          <a:p>
            <a:r>
              <a:rPr lang="en-IN" dirty="0"/>
              <a:t>    if </a:t>
            </a:r>
            <a:r>
              <a:rPr lang="en-IN" dirty="0" err="1"/>
              <a:t>currentPrice</a:t>
            </a:r>
            <a:r>
              <a:rPr lang="en-IN" dirty="0"/>
              <a:t> &lt; </a:t>
            </a:r>
            <a:r>
              <a:rPr lang="en-IN" dirty="0" err="1"/>
              <a:t>minPrice</a:t>
            </a:r>
            <a:r>
              <a:rPr lang="en-IN" dirty="0"/>
              <a:t>: </a:t>
            </a:r>
            <a:r>
              <a:rPr lang="en-IN" dirty="0" err="1"/>
              <a:t>minPrice</a:t>
            </a:r>
            <a:r>
              <a:rPr lang="en-IN" dirty="0"/>
              <a:t> = </a:t>
            </a:r>
            <a:r>
              <a:rPr lang="en-IN" dirty="0" err="1"/>
              <a:t>currentPrice</a:t>
            </a:r>
            <a:endParaRPr lang="en-IN" dirty="0"/>
          </a:p>
          <a:p>
            <a:r>
              <a:rPr lang="en-IN" dirty="0"/>
              <a:t>    if </a:t>
            </a:r>
            <a:r>
              <a:rPr lang="en-IN" dirty="0" err="1"/>
              <a:t>currentPrice</a:t>
            </a:r>
            <a:r>
              <a:rPr lang="en-IN" dirty="0"/>
              <a:t> &gt; </a:t>
            </a:r>
            <a:r>
              <a:rPr lang="en-IN" dirty="0" err="1"/>
              <a:t>maxPrice</a:t>
            </a:r>
            <a:r>
              <a:rPr lang="en-IN" dirty="0"/>
              <a:t>: </a:t>
            </a:r>
            <a:r>
              <a:rPr lang="en-IN" dirty="0" err="1"/>
              <a:t>maxPrice</a:t>
            </a:r>
            <a:r>
              <a:rPr lang="en-IN" dirty="0"/>
              <a:t> = </a:t>
            </a:r>
            <a:r>
              <a:rPr lang="en-IN" dirty="0" err="1"/>
              <a:t>currentPrice</a:t>
            </a:r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dirty="0"/>
              <a:t>    print </a:t>
            </a:r>
            <a:r>
              <a:rPr lang="en-IN" dirty="0" err="1"/>
              <a:t>currentPrice</a:t>
            </a:r>
            <a:endParaRPr lang="en-IN" dirty="0"/>
          </a:p>
          <a:p>
            <a:endParaRPr lang="en-IN" dirty="0"/>
          </a:p>
          <a:p>
            <a:r>
              <a:rPr lang="en-IN" dirty="0"/>
              <a:t>// Print Summary</a:t>
            </a:r>
          </a:p>
          <a:p>
            <a:r>
              <a:rPr lang="en-IN" dirty="0"/>
              <a:t>print "Final:", </a:t>
            </a:r>
            <a:r>
              <a:rPr lang="en-IN" dirty="0" err="1"/>
              <a:t>currentPrice</a:t>
            </a:r>
            <a:endParaRPr lang="en-IN" dirty="0"/>
          </a:p>
          <a:p>
            <a:r>
              <a:rPr lang="en-IN" dirty="0"/>
              <a:t>print "Max:", </a:t>
            </a:r>
            <a:r>
              <a:rPr lang="en-IN" dirty="0" err="1"/>
              <a:t>maxPrice</a:t>
            </a:r>
            <a:endParaRPr lang="en-IN" dirty="0"/>
          </a:p>
          <a:p>
            <a:r>
              <a:rPr lang="en-IN" dirty="0"/>
              <a:t>print "Min:", </a:t>
            </a:r>
            <a:r>
              <a:rPr lang="en-IN" dirty="0" err="1"/>
              <a:t>minPrice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79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4476-0C1F-317A-EEA3-C193D03F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A010D3-60A9-F1D8-9320-7BD468EF70F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57200" y="1875339"/>
            <a:ext cx="7467600" cy="43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 Simple simulation model</a:t>
            </a:r>
          </a:p>
          <a:p>
            <a:r>
              <a:t> Demonstrates randomness</a:t>
            </a:r>
          </a:p>
          <a:p>
            <a:r>
              <a:t> Useful for learning</a:t>
            </a:r>
          </a:p>
          <a:p>
            <a:r>
              <a:t> Flexible parameters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t> Price changes step by step</a:t>
            </a:r>
          </a:p>
          <a:p>
            <a:r>
              <a:t> Shows market fluctuations</a:t>
            </a:r>
          </a:p>
          <a:p>
            <a:r>
              <a:t> Demonstrates C++ simulation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024" y="942534"/>
            <a:ext cx="7188589" cy="3179299"/>
          </a:xfrm>
        </p:spPr>
        <p:txBody>
          <a:bodyPr>
            <a:noAutofit/>
          </a:bodyPr>
          <a:lstStyle/>
          <a:p>
            <a:r>
              <a:rPr lang="en-US" sz="9600" dirty="0"/>
              <a:t>  Thank</a:t>
            </a:r>
            <a:br>
              <a:rPr lang="en-US" sz="9600" dirty="0"/>
            </a:br>
            <a:r>
              <a:rPr lang="en-US" sz="9600" dirty="0"/>
              <a:t>         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342</Words>
  <Application>Microsoft Office PowerPoint</Application>
  <PresentationFormat>On-screen Show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Calibri</vt:lpstr>
      <vt:lpstr>Century Schoolbook</vt:lpstr>
      <vt:lpstr>Wingdings</vt:lpstr>
      <vt:lpstr>Wingdings 2</vt:lpstr>
      <vt:lpstr>Oriel</vt:lpstr>
      <vt:lpstr>Stock market    simulator</vt:lpstr>
      <vt:lpstr>Introduction</vt:lpstr>
      <vt:lpstr>Main Operations</vt:lpstr>
      <vt:lpstr>Algorithm</vt:lpstr>
      <vt:lpstr>System architecture</vt:lpstr>
      <vt:lpstr>Code</vt:lpstr>
      <vt:lpstr>Output</vt:lpstr>
      <vt:lpstr>Advantages</vt:lpstr>
      <vt:lpstr> Conclusion</vt:lpstr>
      <vt:lpstr>  Thank        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DR Lab 1</dc:creator>
  <cp:lastModifiedBy>manikantanani4444@outlook.com</cp:lastModifiedBy>
  <cp:revision>9</cp:revision>
  <dcterms:modified xsi:type="dcterms:W3CDTF">2026-05-15T12:14:30Z</dcterms:modified>
</cp:coreProperties>
</file>